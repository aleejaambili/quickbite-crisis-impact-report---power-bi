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85AF"/>
    <a:srgbClr val="E4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B3C00E-117A-4000-9E98-D7FAD05E69FF}" v="2" dt="2025-11-09T18:16:04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8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466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84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0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185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57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542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38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00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9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059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282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1576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382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779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2544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955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173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D675DE4-ED27-4A83-81D1-50847B9A70A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0B647-7E2A-4BF5-BF09-0F62E388B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2685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E798-6B27-3390-6918-F0961FE7A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328" y="1447800"/>
            <a:ext cx="11320271" cy="3329581"/>
          </a:xfrm>
        </p:spPr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QUICKBITE CRISIS IMPACT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06174-68F2-259C-E18C-9D829562B1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600" dirty="0">
                <a:latin typeface="Georgia" panose="02040502050405020303" pitchFamily="18" charset="0"/>
              </a:rPr>
              <a:t>Presented by,</a:t>
            </a:r>
          </a:p>
          <a:p>
            <a:pPr algn="l"/>
            <a:r>
              <a:rPr lang="en-IN" sz="1600" dirty="0">
                <a:latin typeface="Georgia" panose="02040502050405020303" pitchFamily="18" charset="0"/>
              </a:rPr>
              <a:t>Aleeja Ambili</a:t>
            </a:r>
          </a:p>
        </p:txBody>
      </p:sp>
    </p:spTree>
    <p:extLst>
      <p:ext uri="{BB962C8B-B14F-4D97-AF65-F5344CB8AC3E}">
        <p14:creationId xmlns:p14="http://schemas.microsoft.com/office/powerpoint/2010/main" val="211278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45"/>
    </mc:Choice>
    <mc:Fallback xmlns="">
      <p:transition spd="slow" advTm="784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E3134A-4BC3-3288-F386-12A561218D9B}"/>
              </a:ext>
            </a:extLst>
          </p:cNvPr>
          <p:cNvSpPr/>
          <p:nvPr/>
        </p:nvSpPr>
        <p:spPr>
          <a:xfrm>
            <a:off x="1216152" y="841248"/>
            <a:ext cx="9646920" cy="49743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6320F-F249-152C-3D01-F5CF0ED6D55F}"/>
              </a:ext>
            </a:extLst>
          </p:cNvPr>
          <p:cNvSpPr txBox="1"/>
          <p:nvPr/>
        </p:nvSpPr>
        <p:spPr>
          <a:xfrm>
            <a:off x="1819656" y="1316736"/>
            <a:ext cx="721461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Georgia" panose="02040502050405020303" pitchFamily="18" charset="0"/>
              </a:rPr>
              <a:t>Problem Statement</a:t>
            </a:r>
          </a:p>
          <a:p>
            <a:endParaRPr lang="en-IN" dirty="0"/>
          </a:p>
          <a:p>
            <a:r>
              <a:rPr lang="en-US" dirty="0" err="1">
                <a:latin typeface="+mj-lt"/>
              </a:rPr>
              <a:t>QuickBite</a:t>
            </a:r>
            <a:r>
              <a:rPr lang="en-US" dirty="0">
                <a:latin typeface="+mj-lt"/>
              </a:rPr>
              <a:t> Express is a Bengaluru-based food-tech startup (founded in 2020) that connects customers with nearby restaurants and cloud kitchens. In June 2025, </a:t>
            </a:r>
            <a:r>
              <a:rPr lang="en-US" dirty="0" err="1">
                <a:latin typeface="+mj-lt"/>
              </a:rPr>
              <a:t>QuickBite</a:t>
            </a:r>
            <a:r>
              <a:rPr lang="en-US" dirty="0">
                <a:latin typeface="+mj-lt"/>
              </a:rPr>
              <a:t> faced a major crisis. A viral social media incident involving food safety violations at partner restaurants, combined with a week-long delivery outage during the monsoon season, triggered massive customer backlash. Competitors capitalized with aggressive campaigns, worsening the situation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3524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06F1AF-274F-73F1-4C98-3367466A8DA6}"/>
              </a:ext>
            </a:extLst>
          </p:cNvPr>
          <p:cNvSpPr/>
          <p:nvPr/>
        </p:nvSpPr>
        <p:spPr>
          <a:xfrm>
            <a:off x="1380744" y="996696"/>
            <a:ext cx="9436608" cy="48280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FFA969-8B49-6DF2-BB8B-44578CA7AB95}"/>
              </a:ext>
            </a:extLst>
          </p:cNvPr>
          <p:cNvSpPr txBox="1"/>
          <p:nvPr/>
        </p:nvSpPr>
        <p:spPr>
          <a:xfrm>
            <a:off x="2423160" y="1563624"/>
            <a:ext cx="80101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challenges were severe: </a:t>
            </a:r>
          </a:p>
          <a:p>
            <a:r>
              <a:rPr lang="en-US" dirty="0"/>
              <a:t>• A large portion of active users disengaged within a short period. </a:t>
            </a:r>
          </a:p>
          <a:p>
            <a:r>
              <a:rPr lang="en-US" dirty="0"/>
              <a:t>• Daily orders saw a sharp decline compared to earlier months. </a:t>
            </a:r>
          </a:p>
          <a:p>
            <a:r>
              <a:rPr lang="en-US" dirty="0"/>
              <a:t>• Customer satisfaction scores fell sharply, signaling trust issues. </a:t>
            </a:r>
          </a:p>
          <a:p>
            <a:r>
              <a:rPr lang="en-US" dirty="0"/>
              <a:t>• Many partner restaurants shifted to competing platforms.</a:t>
            </a:r>
          </a:p>
          <a:p>
            <a:r>
              <a:rPr lang="en-US" dirty="0"/>
              <a:t>• Customer acquisition costs rose significantly.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484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AAA40-062D-BD7D-D9E2-DD91B4C85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F196B3-AEDA-E433-5C4F-DE786F055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031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51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BF23-8FE3-701E-FA8E-AC72BF427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B55A9-7373-EEE6-7603-FB011E95D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1F033C-E27F-131E-2684-86611FC53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72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8B6DD-55FE-1CEA-521B-1BAAD049E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0F453-593D-C5D8-2A87-A61A348BE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394A1-56F8-36B9-11E5-5E0AA57D5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53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CA1E-12C9-1395-6E4D-0841000B7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DFDBA-D8E2-FC67-2D8F-5674E89AC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3148C-1D00-43E3-5A8C-BAFF83E44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4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69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9909-77DA-AAF7-3F77-79E3D392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68F71-0321-965F-AAE1-F6D005F40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A20913-E37F-7BAF-EFC2-B6CFE81C2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" y="0"/>
            <a:ext cx="12182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0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991D-8630-8D0A-2922-9AFD277C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5BB13-8630-43C2-0923-06CA2B69F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FF59A7-9568-FD03-5FF1-036F167B7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140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5391-BA62-11E6-3457-1E2056F8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D77A2-1CEC-1B00-FCDC-F668B7121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A61A56-2082-8351-DF35-8043443BA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41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A7A14-EFA1-3372-0A1A-89FFE09D5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13CB3-7DC0-9113-47A2-CC6174A49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5F504-77A0-2AC9-B359-5983135A6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8" y="0"/>
            <a:ext cx="12164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756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5ACAE-2961-DDB0-0643-A1D4EB41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5EC8-B1F0-3321-23CF-68B2A3845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B92320-D4A1-DE44-E450-D358717BF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546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16</TotalTime>
  <Words>138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Century Gothic</vt:lpstr>
      <vt:lpstr>Georgia</vt:lpstr>
      <vt:lpstr>Wingdings 3</vt:lpstr>
      <vt:lpstr>Ion</vt:lpstr>
      <vt:lpstr>QUICKBITE CRISIS IMPACT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Aleeja Ambili</dc:creator>
  <cp:lastModifiedBy>Aleeja Ambili</cp:lastModifiedBy>
  <cp:revision>2</cp:revision>
  <dcterms:created xsi:type="dcterms:W3CDTF">2025-11-09T18:00:03Z</dcterms:created>
  <dcterms:modified xsi:type="dcterms:W3CDTF">2025-11-09T19:21:03Z</dcterms:modified>
</cp:coreProperties>
</file>